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4"/>
  </p:sldMasterIdLst>
  <p:notesMasterIdLst>
    <p:notesMasterId r:id="rId13"/>
  </p:notesMasterIdLst>
  <p:handoutMasterIdLst>
    <p:handoutMasterId r:id="rId14"/>
  </p:handoutMasterIdLst>
  <p:sldIdLst>
    <p:sldId id="994" r:id="rId5"/>
    <p:sldId id="989" r:id="rId6"/>
    <p:sldId id="990" r:id="rId7"/>
    <p:sldId id="996" r:id="rId8"/>
    <p:sldId id="991" r:id="rId9"/>
    <p:sldId id="992" r:id="rId10"/>
    <p:sldId id="997" r:id="rId11"/>
    <p:sldId id="995" r:id="rId12"/>
  </p:sldIdLst>
  <p:sldSz cx="12192000" cy="6858000"/>
  <p:notesSz cx="7099300" cy="10234613"/>
  <p:custDataLst>
    <p:tags r:id="rId1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 Bajcsy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CC00CC"/>
    <a:srgbClr val="FF9999"/>
    <a:srgbClr val="FFCC00"/>
    <a:srgbClr val="008000"/>
    <a:srgbClr val="FFC8C1"/>
    <a:srgbClr val="CCECFF"/>
    <a:srgbClr val="B5E3C8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29" d="100"/>
          <a:sy n="29" d="100"/>
        </p:scale>
        <p:origin x="118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3293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BFDBF11C-B684-4A8C-9DB2-46B18AF4E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47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E134953A-E847-4B81-A1EE-12E7BBF0F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768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04654"/>
            <a:ext cx="12192000" cy="14700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64702" y="5345875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62938-84EC-488D-9CA4-E38E8D42E5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882" indent="-342882">
              <a:buClr>
                <a:srgbClr val="C00000"/>
              </a:buClr>
              <a:buFont typeface="Wingdings" pitchFamily="2" charset="2"/>
              <a:buChar char="§"/>
              <a:defRPr sz="2400"/>
            </a:lvl1pPr>
            <a:lvl2pPr marL="742913" indent="-285737">
              <a:buClr>
                <a:srgbClr val="C00000"/>
              </a:buClr>
              <a:buFont typeface="Wingdings" pitchFamily="2" charset="2"/>
              <a:buChar char="§"/>
              <a:defRPr sz="2200"/>
            </a:lvl2pPr>
            <a:lvl3pPr marL="1142942" indent="-228589">
              <a:buClr>
                <a:srgbClr val="C00000"/>
              </a:buClr>
              <a:buFont typeface="Wingdings" pitchFamily="2" charset="2"/>
              <a:buChar char="§"/>
              <a:defRPr sz="2000"/>
            </a:lvl3pPr>
            <a:lvl4pPr marL="1600120" indent="-228589">
              <a:buClr>
                <a:srgbClr val="C00000"/>
              </a:buClr>
              <a:buFont typeface="Wingdings" pitchFamily="2" charset="2"/>
              <a:buChar char="§"/>
              <a:defRPr/>
            </a:lvl4pPr>
            <a:lvl5pPr marL="2057298" indent="-228589">
              <a:buClr>
                <a:srgbClr val="C00000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A05A8-D087-49F8-A68B-53BB47A7E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BC673-9CA8-4194-8E34-D666622A5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5452364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572769"/>
            <a:ext cx="5707888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394BE-C7C4-4CA6-9240-6CDB29B2C9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0470E-5877-48CB-82CD-3CCAD5E83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85F8C-9C5D-49E8-8BBF-F28B73097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15B49-E272-4523-8166-1B1831C4B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7A090-BAD4-4341-AC7F-A731585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9B4F5-F495-445A-AD57-B1A0CC0A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13C1C-2065-443A-845F-EE82C0FEF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95800" y="6341812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70288" y="6364733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>
                <a:latin typeface="Palatino"/>
                <a:cs typeface="Palatino"/>
              </a:defRPr>
            </a:lvl1pPr>
          </a:lstStyle>
          <a:p>
            <a:pPr>
              <a:defRPr/>
            </a:pPr>
            <a:fld id="{529FA7E6-6E6F-4B77-AE36-D459A899DD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>
            <a:off x="152400" y="1092200"/>
            <a:ext cx="11887200" cy="25400"/>
          </a:xfrm>
          <a:prstGeom prst="line">
            <a:avLst/>
          </a:prstGeom>
          <a:ln w="6350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red and black logo&#10;&#10;Description automatically generated with low confidence">
            <a:extLst>
              <a:ext uri="{FF2B5EF4-FFF2-40B4-BE49-F238E27FC236}">
                <a16:creationId xmlns:a16="http://schemas.microsoft.com/office/drawing/2014/main" id="{2FDBD40E-0DB0-8F40-9F62-6241579A3AD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8212"/>
            <a:ext cx="685800" cy="8844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0" i="0">
          <a:solidFill>
            <a:srgbClr val="C00000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3200" b="0" i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8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4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0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0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F33C-C3B5-46E0-BC41-457AA7C4B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6C29E-837A-4E49-AA43-E777C3783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xx: list of the team 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338C0-97D3-487F-B3A4-3FAD2449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62938-84EC-488D-9CA4-E38E8D42E52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F8BA82-FE1D-4EF3-B4DA-B3181BBDCE19}"/>
              </a:ext>
            </a:extLst>
          </p:cNvPr>
          <p:cNvSpPr txBox="1">
            <a:spLocks/>
          </p:cNvSpPr>
          <p:nvPr/>
        </p:nvSpPr>
        <p:spPr bwMode="auto">
          <a:xfrm>
            <a:off x="76200" y="-164996"/>
            <a:ext cx="121920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i="0">
                <a:solidFill>
                  <a:srgbClr val="C00000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7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5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32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09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b="1" kern="0" dirty="0"/>
              <a:t>CS 5733 Final Project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79028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4075-941C-4451-BEFF-F6CBA491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 (1-2 slides)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1E7C-3F22-4D01-84E2-D81149DCC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-400050"/>
            <a:r>
              <a:rPr lang="en-US" sz="2400" dirty="0"/>
              <a:t>What is this project about?</a:t>
            </a:r>
          </a:p>
          <a:p>
            <a:pPr marL="400050" lvl="1" indent="-400050"/>
            <a:r>
              <a:rPr lang="en-US" sz="2400" dirty="0"/>
              <a:t>Why this problem/topic is important?</a:t>
            </a:r>
          </a:p>
          <a:p>
            <a:pPr marL="400050" lvl="1" indent="-400050"/>
            <a:r>
              <a:rPr lang="en-US" sz="2400" dirty="0"/>
              <a:t>What is the previous work and what is their limitation?</a:t>
            </a:r>
          </a:p>
          <a:p>
            <a:pPr marL="400050" lvl="1" indent="-400050"/>
            <a:r>
              <a:rPr lang="en-US" sz="2400" dirty="0"/>
              <a:t>How does this paper fill this gap (what is new in this work)?</a:t>
            </a:r>
          </a:p>
          <a:p>
            <a:pPr marL="857228" lvl="3" indent="-400050"/>
            <a:r>
              <a:rPr lang="en-US" sz="2400" dirty="0"/>
              <a:t>Briefly explain the project contribution and method (How this project fill the gap?)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0E6C1-7D56-47CF-B94F-96DB785B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2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4C1C-4DD7-4E22-B012-AA64DB3E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Algorithm/Method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9FB8-21CC-4AB0-B1B0-54F079910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project method/algorithm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E28E0-855B-4867-A78F-84476B72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31AD-498E-4283-A5A6-A975109B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CD16-BF16-BEB8-BDFC-DED2AA53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provide the detail how did you implement your algorithm. </a:t>
            </a:r>
          </a:p>
          <a:p>
            <a:pPr lvl="1"/>
            <a:r>
              <a:rPr lang="en-US" dirty="0"/>
              <a:t>For ML projects, provide the detail of  datasets and training/test procedure</a:t>
            </a:r>
          </a:p>
          <a:p>
            <a:r>
              <a:rPr lang="en-US" dirty="0"/>
              <a:t>Explain the software/hardware you have used.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CEAC1-B70A-BFC8-4902-8E8372EF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18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A87D-05EE-45D8-B010-D6858AEB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BD6C-C626-4C91-857D-273CC7EEC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of the project [ figures/plots/video/</a:t>
            </a:r>
            <a:r>
              <a:rPr lang="en-US" dirty="0" err="1"/>
              <a:t>etc</a:t>
            </a:r>
            <a:r>
              <a:rPr lang="en-US" dirty="0"/>
              <a:t>].</a:t>
            </a:r>
          </a:p>
          <a:p>
            <a:r>
              <a:rPr lang="en-US" dirty="0"/>
              <a:t>What is the </a:t>
            </a:r>
            <a:r>
              <a:rPr lang="en-US" dirty="0" err="1"/>
              <a:t>takeaway?What</a:t>
            </a:r>
            <a:r>
              <a:rPr lang="en-US" dirty="0"/>
              <a:t> do these results show?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5F967-6884-445E-807F-DB22D81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24D6-DDEF-4A97-A160-D3DED817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-25400"/>
            <a:ext cx="11155680" cy="1143000"/>
          </a:xfrm>
        </p:spPr>
        <p:txBody>
          <a:bodyPr/>
          <a:lstStyle/>
          <a:p>
            <a:r>
              <a:rPr lang="en-US" dirty="0"/>
              <a:t>Project summary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220E8-C578-4191-BA64-FFA87AB89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the project</a:t>
            </a:r>
          </a:p>
          <a:p>
            <a:r>
              <a:rPr lang="en-US" dirty="0"/>
              <a:t>Discuss the benefit/ limitation of the paper if any</a:t>
            </a:r>
          </a:p>
          <a:p>
            <a:r>
              <a:rPr lang="en-US" dirty="0"/>
              <a:t>[optional] explain your idea/suggestion to improve/extend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C2B1E-764C-4B8F-9E07-96A3C130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4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5C27-A786-F6A9-AFD7-3AF79DE0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0389-2A81-E97E-5BD9-4ED7167E4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task assignment between the team members, you may provide it in a table or listed in bullets. </a:t>
            </a:r>
          </a:p>
          <a:p>
            <a:pPr marL="0" indent="0">
              <a:buNone/>
            </a:pP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6C90C-9526-0F57-191B-ADBCE6399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57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057D-02B2-43DE-A344-1BD1287E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8DED-81D8-4F4D-BA2F-2225E06C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9AB6-283A-4630-9B18-26AF236F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4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</p:tagLst>
</file>

<file path=ppt/theme/theme1.xml><?xml version="1.0" encoding="utf-8"?>
<a:theme xmlns:a="http://schemas.openxmlformats.org/drawingml/2006/main" name="188_anca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60BB81CBD3254E918B3D1944204F1B" ma:contentTypeVersion="14" ma:contentTypeDescription="Create a new document." ma:contentTypeScope="" ma:versionID="5eb8f5eb68dfed58c09a8edbea1f44ef">
  <xsd:schema xmlns:xsd="http://www.w3.org/2001/XMLSchema" xmlns:xs="http://www.w3.org/2001/XMLSchema" xmlns:p="http://schemas.microsoft.com/office/2006/metadata/properties" xmlns:ns3="dfecbb12-3c28-4a4c-99ed-7dbb047fb9b9" xmlns:ns4="67446347-bd43-4e43-8003-d54134e2ebba" targetNamespace="http://schemas.microsoft.com/office/2006/metadata/properties" ma:root="true" ma:fieldsID="c8fb9b7e977f794eb15faf320d861d23" ns3:_="" ns4:_="">
    <xsd:import namespace="dfecbb12-3c28-4a4c-99ed-7dbb047fb9b9"/>
    <xsd:import namespace="67446347-bd43-4e43-8003-d54134e2eb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ecbb12-3c28-4a4c-99ed-7dbb047fb9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46347-bd43-4e43-8003-d54134e2ebb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9EC40D-70E0-4EF1-A5EC-79D2219C4E6D}">
  <ds:schemaRefs>
    <ds:schemaRef ds:uri="http://schemas.microsoft.com/office/2006/metadata/properties"/>
    <ds:schemaRef ds:uri="http://schemas.microsoft.com/office/2006/documentManagement/types"/>
    <ds:schemaRef ds:uri="dfecbb12-3c28-4a4c-99ed-7dbb047fb9b9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67446347-bd43-4e43-8003-d54134e2ebb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BE3882-3960-4F95-A09B-897B125E39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3E2D7B-815C-494A-9580-AA9BC75AE0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ecbb12-3c28-4a4c-99ed-7dbb047fb9b9"/>
    <ds:schemaRef ds:uri="67446347-bd43-4e43-8003-d54134e2e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{DECEF8C0-6413-DB4D-806F-974B1BCCBB38}tf10001061</Template>
  <TotalTime>53783</TotalTime>
  <Words>211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Palatino</vt:lpstr>
      <vt:lpstr>Wingdings</vt:lpstr>
      <vt:lpstr>188_anca</vt:lpstr>
      <vt:lpstr>Project title</vt:lpstr>
      <vt:lpstr>Introduction and Motivation (1-2 slides)</vt:lpstr>
      <vt:lpstr>Algorithm/Method</vt:lpstr>
      <vt:lpstr>Experiment Setup</vt:lpstr>
      <vt:lpstr>Results</vt:lpstr>
      <vt:lpstr>Project summary and conclusion</vt:lpstr>
      <vt:lpstr>Task Assignment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Habibi, Golnaz</cp:lastModifiedBy>
  <cp:revision>114</cp:revision>
  <cp:lastPrinted>2014-02-20T19:34:11Z</cp:lastPrinted>
  <dcterms:created xsi:type="dcterms:W3CDTF">2004-08-27T04:16:05Z</dcterms:created>
  <dcterms:modified xsi:type="dcterms:W3CDTF">2024-12-08T16:04:08Z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0x0101003B60BB81CBD3254E918B3D1944204F1B</vt:lpwstr>
  </property>
</Properties>
</file>